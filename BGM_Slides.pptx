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5" r:id="rId18"/>
    <p:sldId id="274" r:id="rId19"/>
  </p:sldIdLst>
  <p:sldSz cx="12192000" cy="6858000"/>
  <p:notesSz cx="6858000" cy="9144000"/>
  <p:embeddedFontLst>
    <p:embeddedFont>
      <p:font typeface="Plus Jakarta Sans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05287" y="4302323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81687" y="4302323"/>
            <a:ext cx="2105025" cy="323850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162" y="2260252"/>
            <a:ext cx="13335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3703" y="2231677"/>
            <a:ext cx="2464593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KARNATAKA,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9367" y="2584102"/>
            <a:ext cx="6113264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Discover Belagavi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387923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showcase of historical heritage, lush sanctuaries, serene lakes, and architectural wonders.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7187" y="4378523"/>
            <a:ext cx="1600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18 Key Destinations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0959" y="4378523"/>
            <a:ext cx="23264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Comprehensive Travel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Belagavi 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HISTORIC CITADEL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Built in 1204 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Constructed by the Ratta dynasty, featuring ancient bastions and moat defenses.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CULTURAL HARMONY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Diverse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Houses ancient Jain temples, Hindu shrines, and Indo-Saracenic mosques inside its ramparts.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D92935-1309-2BAD-3B04-D746A6FB5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447800"/>
            <a:ext cx="5295900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Kamal Basti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CHALUKYAN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Lotus Ceiling Masterpiece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Renowned for its intricately carved 72-petal inverted lotus structure inside the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Mukhamantapa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SPIRITUAL SIGNIFICANCE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Jain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Houses the black stone idol of Neminatha, attracting pilgrims and heritage enthusiasts.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42558B-ADA4-1426-E258-A22BDAD45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75105"/>
            <a:ext cx="5295900" cy="4544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Safa Masjid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ARCHITECTURAL BLEND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Deccan &amp; Indo-Saracenic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graceful minarets, elegant arches, and detailed calligraphic inscriptions.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HISTORICAL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Inside Belagavi 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One of the most prominent historical mosques preserving regional architectural legacy.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4E00FB-6B5B-C119-0359-8924DBC23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462087"/>
            <a:ext cx="5276850" cy="4557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Fort Lake (Kote Kere)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NATIONAL LANDMARK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361-Ft National Flag Pole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Home to one of India's tallest national flagpoles overlooking the serene lake waters.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URBAN OASIS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Recreational Destination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Popular for evening walks, boating, and scenic views in the heart of Belagavi city.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CDB6B0-03FD-E0BD-27EE-F55387C27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Suvarna Vidhana Soudha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33EA"/>
                </a:solidFill>
                <a:latin typeface="Plus Jakarta Sans"/>
              </a:rPr>
              <a:t>ADMINISTRATIVE LANDMARK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Legislative Assembly 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State administrative complex hosting the annual winter session of the Karnataka Legislature.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33EA"/>
                </a:solidFill>
                <a:latin typeface="Plus Jakarta Sans"/>
              </a:rPr>
              <a:t>GRAND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Neo-Dravidian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Majestic stone structure standing amidst lush green landscapes on the city outskirts.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9B6A13-430B-0374-9727-B641AFD76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447800"/>
            <a:ext cx="52958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Bhimgad Wildlife Sanctuary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ECOLOGICAL HAVEN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Western Ghats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Dense tropical forest biodiversity corridor connecting Karnataka and Goa.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FAUNA HABITAT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Rare Wildlife Protected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Crucial habitat for tigers, leopards, free-tailed bats, and diverse bird species.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41F2B1-8D2A-4774-F5DA-45AE9CCCF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7800"/>
            <a:ext cx="5448300" cy="4690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Chikale Waterfalls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MONSOON SPECTACLE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Cascading Waterfalls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Thundering natural waterfall active during monsoon months near Khanapur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NATURE RETREAT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Scenic Trekking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Surrounded by pristine green forest hills, ideal for nature walks and photography.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Gokak Falls &amp; Hanging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NATURAL WONDER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Niagara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Ghataprabha River leaps 170 feet over a sandstone cliff into a horseshoe gorge.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HERITAGE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Hanging Suspension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a historic colonial-era wire rope hanging bridge spanning high above the roaring river.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981075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6736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Gokak 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NATURAL WONDER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Niagara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Ghataprabha River leaps 170 feet over a sandstone cliff into a horseshoe gorge.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HERITAGE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Hanging Suspension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a historic 200-meter colonial-era hanging bridge built high over the canyon.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28F56B-1C36-B8AF-4823-F1F3399C9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Kittur Fort &amp; Palace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FREEDOM RESISTANCE LEGACY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Rani Chennamma Fortress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Historic seat of Rani Chennamma, who led an armed rebellion against British rule in 1824.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MUSEUM &amp; ANTIQUITIES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Archaeological Museum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Preserves ancient weaponry, royal artifacts, stone sculptures, and historical relics.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Renuka Yallamma Temple, Saundatti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PILGRIMAGE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Sacred Shrine of Goddess Renuka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Revered pilgrimage destination drawing millions of devotees during Yallamma Jatre festivals.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ARCHITECTURAL SPLENDOR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Chalukyan &amp; Rashtrakuta Influence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vibrant stepped gopurams and rich historical traditions atop Yellammagudda hill.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Parasgad Fort, Saundatti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3812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HILLTOP STRONGHOLD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6098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Ancient Ratta &amp; Maratha 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Magnificent rock-hewn fort structures built by Ratta rulers and later fortified by Chhatrapati Shivaji Maharaj.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057650"/>
            <a:ext cx="5676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ROCK FORMATIONS &amp; SHRINES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Maruthi &amp; Jamadagni Caves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dramatic stone cliffs, ancient rock staircases, and sacred hillside monuments.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9050"/>
            <a:ext cx="52959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7800"/>
            <a:ext cx="52959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Godachimalki Waterfalls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812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TWO-TIER 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98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Markandeya River Falls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527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Features a dramatic two-step waterfall dropping 25 meters through a rugged green rocky gorge.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57650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NATURAL GETAWAY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86250"/>
            <a:ext cx="63507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Monsoon Eco-Tourism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29150"/>
            <a:ext cx="4933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Located near Gokak, popular for nature trekking and scenic waterfall vistas in monsoons.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0332"/>
            <a:ext cx="3505200" cy="3106935"/>
          </a:xfrm>
          <a:prstGeom prst="roundRect">
            <a:avLst>
              <a:gd name="adj" fmla="val 3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180332"/>
            <a:ext cx="3505200" cy="3106935"/>
          </a:xfrm>
          <a:prstGeom prst="roundRect">
            <a:avLst>
              <a:gd name="adj" fmla="val 3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180332"/>
            <a:ext cx="3505200" cy="3106935"/>
          </a:xfrm>
          <a:prstGeom prst="roundRect">
            <a:avLst>
              <a:gd name="adj" fmla="val 3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70832"/>
            <a:ext cx="312420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2370832"/>
            <a:ext cx="31242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2370832"/>
            <a:ext cx="3124200" cy="1905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370832"/>
            <a:ext cx="3124200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2370832"/>
            <a:ext cx="3124200" cy="190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700" y="2370832"/>
            <a:ext cx="3124200" cy="1905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Major Reservoirs &amp; Dams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390132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Markandeya 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723507"/>
            <a:ext cx="32194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Irrigation reservoir built across the Markandeya river amidst lush green hills.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4390132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Hidkal Dam (Raja Lakhamagouda)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4723507"/>
            <a:ext cx="32194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Major water reservoir across Ghataprabha river with vast scenic shorelines.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700" y="4390132"/>
            <a:ext cx="392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Naviluteertha 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700" y="4723507"/>
            <a:ext cx="32194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Renuka Sagar dam built across Malaprabha river in a narrow valley gorge.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028700"/>
            <a:ext cx="10901680" cy="3752850"/>
          </a:xfrm>
          <a:prstGeom prst="roundRect">
            <a:avLst>
              <a:gd name="adj" fmla="val 30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307147"/>
            <a:ext cx="10577830" cy="3236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Hill Stations &amp; Historical Monuments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1" y="4821871"/>
            <a:ext cx="6400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Jamboti Hills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1" y="5205413"/>
            <a:ext cx="785876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Lush hill station and source of the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Mandovi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River, famous for dense evergreen forests and heavy monsoon rainfall.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A27A99-F9B7-1F30-BAD8-CE7F68E5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1" y="1307147"/>
            <a:ext cx="3455670" cy="32362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B28F18-AC31-7064-5A8A-8D76CFA9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07147"/>
            <a:ext cx="3413761" cy="32362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78A0E8-E70E-6FC7-3AC3-00722EF09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881" y="1307146"/>
            <a:ext cx="3708399" cy="32362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3C5AD-A46D-FE70-63A8-A9A882D8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A9D9E6-8DDB-C6AF-19BD-8D0E76660DB5}"/>
              </a:ext>
            </a:extLst>
          </p:cNvPr>
          <p:cNvSpPr/>
          <p:nvPr/>
        </p:nvSpPr>
        <p:spPr>
          <a:xfrm>
            <a:off x="386080" y="1219199"/>
            <a:ext cx="7396480" cy="4407535"/>
          </a:xfrm>
          <a:prstGeom prst="roundRect">
            <a:avLst>
              <a:gd name="adj" fmla="val 30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C2339DE-83B1-CADF-D27B-048CA534A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68" y="1468755"/>
            <a:ext cx="6953504" cy="395668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14BD637A-9AEF-670A-F707-74D65CB9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68755"/>
            <a:ext cx="6951472" cy="3920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0F1913-BA3F-B2FC-674B-764F07CD0D7D}"/>
              </a:ext>
            </a:extLst>
          </p:cNvPr>
          <p:cNvSpPr txBox="1"/>
          <p:nvPr/>
        </p:nvSpPr>
        <p:spPr>
          <a:xfrm>
            <a:off x="609600" y="457200"/>
            <a:ext cx="289829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Historical Monuments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DF317-78BA-6377-5E55-98DFEA3E3772}"/>
              </a:ext>
            </a:extLst>
          </p:cNvPr>
          <p:cNvSpPr txBox="1"/>
          <p:nvPr/>
        </p:nvSpPr>
        <p:spPr>
          <a:xfrm>
            <a:off x="8234680" y="1456690"/>
            <a:ext cx="5715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Sangolli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Rayanna Monument,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Nandgad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30CF9-0665-22C6-EF1B-8596970CD960}"/>
              </a:ext>
            </a:extLst>
          </p:cNvPr>
          <p:cNvSpPr txBox="1"/>
          <p:nvPr/>
        </p:nvSpPr>
        <p:spPr>
          <a:xfrm>
            <a:off x="8021320" y="1945640"/>
            <a:ext cx="3860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Historic memorial and banyan tree site honoring freedom fighter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Krantiveera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Sangolli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Rayanna near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Khanapur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0247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4446" y="2776537"/>
            <a:ext cx="486310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Plus Jakarta Sans"/>
              </a:rPr>
              <a:t>Explore Belagavi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62250" y="3509962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perfect destination blending nature, history, and culture in North Karnataka.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677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pinjarasif260@gmail.com</cp:lastModifiedBy>
  <cp:revision>11</cp:revision>
  <dcterms:created xsi:type="dcterms:W3CDTF">2013-01-27T09:14:16Z</dcterms:created>
  <dcterms:modified xsi:type="dcterms:W3CDTF">2026-10-15T05:42:07Z</dcterms:modified>
  <cp:category/>
</cp:coreProperties>
</file>